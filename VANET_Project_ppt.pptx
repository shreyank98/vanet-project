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1800a3a9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1800a3a9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1800a3a9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1800a3a9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1800a3a9d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1800a3a9d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800a3a9d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800a3a9d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1800a3a9d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1800a3a9d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800a3a9d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800a3a9d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800a3a9d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800a3a9d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800a3a9d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800a3a9d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800a3a9d5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800a3a9d5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Data Generation in Network Anomaly Detection for Anomalous Class using GANs &amp; Autoencoders</a:t>
            </a:r>
            <a:endParaRPr sz="42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5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Group 7: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Anshul Jain (M42CSA002)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Avi Bhandari (M24CSA006)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Bilas Chandra Tarafdar (M24CSA008)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Om Patel (M24CSA019)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Rahul Maurya (M24CSA025)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Anomalies are not as rare as commonly perceived and frequently occur in real-world scenarios like fraud detection, medical diagnostics, and network security.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Insufficient anomalous data leads to biased models that fail to generalize effectively.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Generating anomalous class data enables balanced training, improving model robustness and accuracy.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Addressing this challenge is crucial for building reliable and trustworthy machine learning systems.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Claim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We utilize </a:t>
            </a:r>
            <a:r>
              <a:rPr b="1" lang="en">
                <a:solidFill>
                  <a:schemeClr val="dk1"/>
                </a:solidFill>
              </a:rPr>
              <a:t>CTGAN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b="1" lang="en">
                <a:solidFill>
                  <a:schemeClr val="dk1"/>
                </a:solidFill>
              </a:rPr>
              <a:t>TimeGAN</a:t>
            </a:r>
            <a:r>
              <a:rPr lang="en">
                <a:solidFill>
                  <a:schemeClr val="dk1"/>
                </a:solidFill>
              </a:rPr>
              <a:t> to generate realistic anomalous class data, bridging the gap caused by data imbalance.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These generative models ensure the synthetic anomalies are representative of real-world irregularities, enriching the training dataset.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For detecting anomalies, we implement </a:t>
            </a:r>
            <a:r>
              <a:rPr b="1" lang="en">
                <a:solidFill>
                  <a:schemeClr val="dk1"/>
                </a:solidFill>
              </a:rPr>
              <a:t>Autoencoders</a:t>
            </a:r>
            <a:r>
              <a:rPr lang="en">
                <a:solidFill>
                  <a:schemeClr val="dk1"/>
                </a:solidFill>
              </a:rPr>
              <a:t>, which excel at identifying deviations from learned patterns.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This combined approach strengthens model robustness, improves detection accuracy, and enhances reliability in handling anomalous scenarios.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Dataset:</a:t>
            </a:r>
            <a:endParaRPr b="1">
              <a:solidFill>
                <a:schemeClr val="dk1"/>
              </a:solidFill>
            </a:endParaRPr>
          </a:p>
          <a:p>
            <a:pPr indent="457200" lvl="0" marL="4572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We utilized a publicly available network dataset sourced from Kaggle, chosen for its relevance to anomaly detection scenarios. The dataset includes timestamps, network activities, and other relevant features.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Preprocessing: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Removed missing or invalid entries (NaN values) to ensure data quality and consistency.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Converted timestamp columns from string format to </a:t>
            </a:r>
            <a:r>
              <a:rPr lang="en" sz="1800">
                <a:solidFill>
                  <a:srgbClr val="188038"/>
                </a:solidFill>
              </a:rPr>
              <a:t>datetime</a:t>
            </a:r>
            <a:r>
              <a:rPr lang="en" sz="1800">
                <a:solidFill>
                  <a:schemeClr val="dk1"/>
                </a:solidFill>
              </a:rPr>
              <a:t> objects to facilitate time-series analysis and modeling.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Performed standard normalization and scaling to prepare the data for GAN-based modeling.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Data Generation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CTGAN</a:t>
            </a:r>
            <a:r>
              <a:rPr lang="en" sz="1800">
                <a:solidFill>
                  <a:schemeClr val="dk1"/>
                </a:solidFill>
              </a:rPr>
              <a:t>: The preprocessed data was input into a Conditional Tabular GAN (CTGAN) to generate synthetic tabular data for the anomalous class, capturing statistical and feature-level nuances.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" sz="1800">
                <a:solidFill>
                  <a:schemeClr val="dk1"/>
                </a:solidFill>
              </a:rPr>
              <a:t>TimeGAN</a:t>
            </a:r>
            <a:r>
              <a:rPr lang="en" sz="1800">
                <a:solidFill>
                  <a:schemeClr val="dk1"/>
                </a:solidFill>
              </a:rPr>
              <a:t>: For time-series anomalies, the same preprocessed data was used to train a TimeGAN model, generating realistic synthetic sequences for the anomalous class.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>
                <a:solidFill>
                  <a:schemeClr val="dk1"/>
                </a:solidFill>
              </a:rPr>
              <a:t>Anomaly Detection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An </a:t>
            </a:r>
            <a:r>
              <a:rPr b="1" lang="en" sz="1800">
                <a:solidFill>
                  <a:schemeClr val="dk1"/>
                </a:solidFill>
              </a:rPr>
              <a:t>Autoencoder</a:t>
            </a:r>
            <a:r>
              <a:rPr lang="en" sz="1800">
                <a:solidFill>
                  <a:schemeClr val="dk1"/>
                </a:solidFill>
              </a:rPr>
              <a:t> was trained on the original dataset to serve as an anomaly detector. It learned to reconstruct normal patterns in the data, and reconstruction errors were used to identify anomalies.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The synthetic anomalous data generated by </a:t>
            </a:r>
            <a:r>
              <a:rPr b="1" lang="en" sz="1800">
                <a:solidFill>
                  <a:schemeClr val="dk1"/>
                </a:solidFill>
              </a:rPr>
              <a:t>CTGAN</a:t>
            </a:r>
            <a:r>
              <a:rPr lang="en" sz="1800">
                <a:solidFill>
                  <a:schemeClr val="dk1"/>
                </a:solidFill>
              </a:rPr>
              <a:t> and </a:t>
            </a:r>
            <a:r>
              <a:rPr b="1" lang="en" sz="1800">
                <a:solidFill>
                  <a:schemeClr val="dk1"/>
                </a:solidFill>
              </a:rPr>
              <a:t>TimeGAN </a:t>
            </a:r>
            <a:r>
              <a:rPr lang="en" sz="1800">
                <a:solidFill>
                  <a:schemeClr val="dk1"/>
                </a:solidFill>
              </a:rPr>
              <a:t>was used to validate the effectiveness of the autoencoder in detecting anomalies, ensuring the generated data accurately represented anomalous behavior.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97" name="Google Shape;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450" y="1337675"/>
            <a:ext cx="3795100" cy="298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249" y="1337676"/>
            <a:ext cx="4025750" cy="305977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753900" y="4420125"/>
            <a:ext cx="37110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Fig 1: Before Upscaling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5181075" y="4420125"/>
            <a:ext cx="34290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Fig 2: After Upscaling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effectiveness of our approach to generating anomalous class data is demonstrated in the following visualizations: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Before Upscaling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first plot shows the class distribution before generating additional anomalous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dataset is highly imbalanced, with anomalies being significantly underrepresented compared to normal data. This imbalance negatively impacts model performance, making it difficult to detect anomalies effectively.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After Upscaling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second plot illustrates the class distribution after applying CTGAN and TimeGAN for anomalous data generation.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increased representation of anomalies creates a more balanced dataset, enabling the autoencoder model to better learn and detect anomalous patterns.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These results highlight how generating synthetic data for the anomalous class improves class balance, enhancing the robustness and accuracy of anomaly detection systems.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